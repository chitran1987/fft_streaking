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80F723-B1C0-4C7A-B64B-7DAEC8B4FE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74F849-710A-42CE-B93B-D6DA303135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14A5E30-AFE3-43B5-9C7A-8970D82B2B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Isotropic Spot Broadening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Fourier Space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534240"/>
            <a:ext cx="10048320" cy="46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0" y="570600"/>
            <a:ext cx="10079640" cy="456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572760"/>
            <a:ext cx="10079640" cy="455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0" y="559440"/>
            <a:ext cx="10079640" cy="459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0" y="507960"/>
            <a:ext cx="10079640" cy="468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2026-04-17T15:44:43Z</dcterms:created>
  <dc:creator/>
  <dc:description/>
  <dc:language>en-US</dc:language>
  <cp:lastModifiedBy/>
  <dcterms:modified xsi:type="dcterms:W3CDTF">2026-04-17T16:41:05Z</dcterms:modified>
  <cp:revision>6</cp:revision>
  <dc:subject/>
  <dc:title/>
</cp:coreProperties>
</file>