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712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CA63F55-E3ED-4822-BA61-25902AE10C2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712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9655D30-3D46-4F1D-BB93-58E389F991C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712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7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95E2488-252B-4596-9276-1108A0F285F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73800"/>
            <a:ext cx="9071280" cy="1250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Anisotropic spot broadening in Fourier Space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712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Confinement along X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"/>
          <p:cNvPicPr/>
          <p:nvPr/>
        </p:nvPicPr>
        <p:blipFill>
          <a:blip r:embed="rId1"/>
          <a:stretch/>
        </p:blipFill>
        <p:spPr>
          <a:xfrm>
            <a:off x="0" y="532800"/>
            <a:ext cx="10079280" cy="4636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"/>
          <p:cNvPicPr/>
          <p:nvPr/>
        </p:nvPicPr>
        <p:blipFill>
          <a:blip r:embed="rId1"/>
          <a:stretch/>
        </p:blipFill>
        <p:spPr>
          <a:xfrm>
            <a:off x="0" y="536760"/>
            <a:ext cx="10079280" cy="4628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"/>
          <p:cNvPicPr/>
          <p:nvPr/>
        </p:nvPicPr>
        <p:blipFill>
          <a:blip r:embed="rId1"/>
          <a:stretch/>
        </p:blipFill>
        <p:spPr>
          <a:xfrm>
            <a:off x="0" y="512280"/>
            <a:ext cx="10079280" cy="4644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"/>
          <p:cNvPicPr/>
          <p:nvPr/>
        </p:nvPicPr>
        <p:blipFill>
          <a:blip r:embed="rId1"/>
          <a:stretch/>
        </p:blipFill>
        <p:spPr>
          <a:xfrm>
            <a:off x="7200" y="598320"/>
            <a:ext cx="10079280" cy="4587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"/>
          <p:cNvPicPr/>
          <p:nvPr/>
        </p:nvPicPr>
        <p:blipFill>
          <a:blip r:embed="rId1"/>
          <a:stretch/>
        </p:blipFill>
        <p:spPr>
          <a:xfrm>
            <a:off x="360" y="615240"/>
            <a:ext cx="10079280" cy="4642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712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Confinement along Y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"/>
          <p:cNvPicPr/>
          <p:nvPr/>
        </p:nvPicPr>
        <p:blipFill>
          <a:blip r:embed="rId1"/>
          <a:stretch/>
        </p:blipFill>
        <p:spPr>
          <a:xfrm>
            <a:off x="0" y="564120"/>
            <a:ext cx="10080360" cy="4574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"/>
          <p:cNvPicPr/>
          <p:nvPr/>
        </p:nvPicPr>
        <p:blipFill>
          <a:blip r:embed="rId1"/>
          <a:stretch/>
        </p:blipFill>
        <p:spPr>
          <a:xfrm>
            <a:off x="0" y="582480"/>
            <a:ext cx="10080360" cy="4581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"/>
          <p:cNvPicPr/>
          <p:nvPr/>
        </p:nvPicPr>
        <p:blipFill>
          <a:blip r:embed="rId1"/>
          <a:stretch/>
        </p:blipFill>
        <p:spPr>
          <a:xfrm>
            <a:off x="0" y="608760"/>
            <a:ext cx="10080360" cy="4577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"/>
          <p:cNvPicPr/>
          <p:nvPr/>
        </p:nvPicPr>
        <p:blipFill>
          <a:blip r:embed="rId1"/>
          <a:stretch/>
        </p:blipFill>
        <p:spPr>
          <a:xfrm>
            <a:off x="0" y="573480"/>
            <a:ext cx="10080360" cy="458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"/>
          <p:cNvPicPr/>
          <p:nvPr/>
        </p:nvPicPr>
        <p:blipFill>
          <a:blip r:embed="rId1"/>
          <a:stretch/>
        </p:blipFill>
        <p:spPr>
          <a:xfrm>
            <a:off x="0" y="570600"/>
            <a:ext cx="10080360" cy="4549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2026-04-17T17:41:04Z</dcterms:created>
  <dc:creator/>
  <dc:description/>
  <dc:language>en-US</dc:language>
  <cp:lastModifiedBy/>
  <dcterms:modified xsi:type="dcterms:W3CDTF">2026-04-17T18:25:14Z</dcterms:modified>
  <cp:revision>15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