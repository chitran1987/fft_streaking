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2CD108-79F8-442D-83E6-9B4C0A6FC7E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E953EA-C1BE-4BEE-8C7A-D6645D34DD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39FD4F0-8C32-42AF-83EE-EA6788A5DC8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/>
          <p:cNvPicPr/>
          <p:nvPr/>
        </p:nvPicPr>
        <p:blipFill>
          <a:blip r:embed="rId1"/>
          <a:stretch/>
        </p:blipFill>
        <p:spPr>
          <a:xfrm>
            <a:off x="221040" y="266760"/>
            <a:ext cx="4572000" cy="411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"/>
          <p:cNvPicPr/>
          <p:nvPr/>
        </p:nvPicPr>
        <p:blipFill>
          <a:blip r:embed="rId2"/>
          <a:stretch/>
        </p:blipFill>
        <p:spPr>
          <a:xfrm>
            <a:off x="5242680" y="338760"/>
            <a:ext cx="4587120" cy="407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"/>
          <p:cNvSpPr txBox="1"/>
          <p:nvPr/>
        </p:nvSpPr>
        <p:spPr>
          <a:xfrm>
            <a:off x="914400" y="4800600"/>
            <a:ext cx="1509120" cy="29016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Signal: pure sine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6172200" y="4739040"/>
            <a:ext cx="507600" cy="29016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FFT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/>
          <p:cNvPicPr/>
          <p:nvPr/>
        </p:nvPicPr>
        <p:blipFill>
          <a:blip r:embed="rId1"/>
          <a:stretch/>
        </p:blipFill>
        <p:spPr>
          <a:xfrm>
            <a:off x="5257800" y="801360"/>
            <a:ext cx="4587120" cy="4099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"/>
          <p:cNvPicPr/>
          <p:nvPr/>
        </p:nvPicPr>
        <p:blipFill>
          <a:blip r:embed="rId2"/>
          <a:stretch/>
        </p:blipFill>
        <p:spPr>
          <a:xfrm>
            <a:off x="0" y="801360"/>
            <a:ext cx="4647960" cy="40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"/>
          <p:cNvSpPr txBox="1"/>
          <p:nvPr/>
        </p:nvSpPr>
        <p:spPr>
          <a:xfrm>
            <a:off x="1828800" y="311400"/>
            <a:ext cx="1488960" cy="29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Window function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6472800" y="311400"/>
            <a:ext cx="1985400" cy="489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FFT: Window function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3641400" y="5029200"/>
            <a:ext cx="3786120" cy="48996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Window function has ringing (sinc function)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FFT leaks energy to side lobes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"/>
          <p:cNvPicPr/>
          <p:nvPr/>
        </p:nvPicPr>
        <p:blipFill>
          <a:blip r:embed="rId1"/>
          <a:stretch/>
        </p:blipFill>
        <p:spPr>
          <a:xfrm>
            <a:off x="244080" y="914400"/>
            <a:ext cx="4556520" cy="402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"/>
          <p:cNvPicPr/>
          <p:nvPr/>
        </p:nvPicPr>
        <p:blipFill>
          <a:blip r:embed="rId2"/>
          <a:stretch/>
        </p:blipFill>
        <p:spPr>
          <a:xfrm>
            <a:off x="5065200" y="828000"/>
            <a:ext cx="4548960" cy="404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"/>
          <p:cNvSpPr txBox="1"/>
          <p:nvPr/>
        </p:nvSpPr>
        <p:spPr>
          <a:xfrm>
            <a:off x="1058400" y="451080"/>
            <a:ext cx="3798720" cy="29016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(</a:t>
            </a: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u</a:t>
            </a: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s</a:t>
            </a: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i</a:t>
            </a: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n</a:t>
            </a: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g</a:t>
            </a: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 </a:t>
            </a: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a</a:t>
            </a: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 </a:t>
            </a: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t</a:t>
            </a: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a</a:t>
            </a: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b</a:t>
            </a: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l</a:t>
            </a: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e</a:t>
            </a: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 </a:t>
            </a: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f</a:t>
            </a: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u</a:t>
            </a: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n</a:t>
            </a: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c</a:t>
            </a: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t</a:t>
            </a: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i</a:t>
            </a: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o</a:t>
            </a: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n</a:t>
            </a: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5943600" y="457200"/>
            <a:ext cx="2169360" cy="29016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FFT </a:t>
            </a: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(Zero padding done)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3657600" y="4796640"/>
            <a:ext cx="5204160" cy="68976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Sinc like ringing can be seen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Spectral energy leaks into side lobes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Spot broadening as a result of convolution with table function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2026-04-17T14:51:11Z</dcterms:created>
  <dc:creator/>
  <dc:description/>
  <dc:language>en-US</dc:language>
  <cp:lastModifiedBy/>
  <dcterms:modified xsi:type="dcterms:W3CDTF">2026-04-17T15:26:04Z</dcterms:modified>
  <cp:revision>10</cp:revision>
  <dc:subject/>
  <dc:title/>
</cp:coreProperties>
</file>